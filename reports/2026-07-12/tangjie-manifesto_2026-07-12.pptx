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我下决心要让我们的公司</a:t>
            </a:r>
            <a:endParaRPr lang="en-US" sz="3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在三年内进入全球第一梯队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8EA0"/>
                </a:solidFill>
              </a:rPr>
              <a:t>—— 智谱AI CEO 唐杰 · 2026年7月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4DA6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457200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中国基础模型必须走向全球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4E4E8"/>
                </a:solidFill>
              </a:rPr>
              <a:t>智谱不只是国内玩家</a:t>
            </a:r>
            <a:endParaRPr lang="en-US" sz="1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4E4E8"/>
                </a:solidFill>
              </a:rPr>
              <a:t>要和 OpenAI、Anthropic</a:t>
            </a:r>
            <a:endParaRPr lang="en-US" sz="1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4E4E8"/>
                </a:solidFill>
              </a:rPr>
              <a:t>站在同一条起跑线上竞争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A040"/>
                </a:solidFill>
              </a:rPr>
              <a:t>10亿美元ARR达标 · Q2毛利率提升 · 明年业绩大幅上修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让人用得起好的AI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4E4E8"/>
                </a:solidFill>
              </a:rPr>
              <a:t>不是少数人的奢侈品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4E4E8"/>
                </a:solidFill>
              </a:rPr>
              <a:t>而是每个人的生产力工具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54680" y="7315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914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敢于用AI做事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4612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4E4E8"/>
                </a:solidFill>
              </a:rPr>
              <a:t>智能体时代来了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4E4E8"/>
                </a:solidFill>
              </a:rPr>
              <a:t>每个人都能拥有自己的AI助手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7315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914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三年内·全球第一梯队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4E4E8"/>
                </a:solidFill>
              </a:rPr>
              <a:t>2026 — 2029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4E4E8"/>
                </a:solidFill>
              </a:rPr>
              <a:t>中国AI全球化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A040"/>
                </a:solidFill>
              </a:rPr>
              <a:t>战略宣言：走向全球 · 做普通人用得起的AI · 三年见分晓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摘自智谱CEO唐杰公开宣言 | 不构成投资建议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智谱唐杰宣言</dc:creator>
  <cp:lastModifiedBy>智谱唐杰宣言</cp:lastModifiedBy>
  <cp:revision>1</cp:revision>
  <dcterms:created xsi:type="dcterms:W3CDTF">2026-07-12T12:25:37Z</dcterms:created>
  <dcterms:modified xsi:type="dcterms:W3CDTF">2026-07-12T12:25:37Z</dcterms:modified>
</cp:coreProperties>
</file>