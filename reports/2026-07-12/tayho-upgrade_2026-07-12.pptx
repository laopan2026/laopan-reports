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泰和新材 002254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A6FF"/>
                </a:solidFill>
              </a:rPr>
              <a:t>升级版深度研报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040"/>
                </a:solidFill>
              </a:rPr>
              <a:t>双轮驱动：芳纶借AI东风 + 氨纶周期修复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PB 1.72极度超卖·帝人停产替代·华龙增持 | 2026-07-12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7/7以来·四重新增催化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9050">
            <a:solidFill>
              <a:srgbClr val="F0A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帝人停产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032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7/9 · 全球芳纶第2退出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⭐⭐⭐⭐⭐ · 泰和全球第3·直接受益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7/7调研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7/7 · 芳纶40%供光缆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⭐⭐⭐⭐ · Q1销量增长·氨纶技改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华龙增持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6/30 · AI光缆→芳纶逻辑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⭐⭐⭐⭐ · 2026E净利1.27亿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资金反转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7/10 · 主力净流入5788万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⭐⭐⭐ · 20日-25%后首日放量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帝人停产=结构性持续利好·不是一次性事件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产品矩阵·全球竞争力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09728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对位芳纶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1.6万吨 · 全球第三 · 40%供光缆·Q1增长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</a:rPr>
              <a:t>AI光缆+帝人替代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78308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间位芳纶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874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全球第二 · 全球第二 · 销量增长·低端占比高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</a:rPr>
              <a:t>防护/过滤稳定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46888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芳纶纸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560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全球第二 · 全球第二 · 变压器/电机绝缘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7889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</a:rPr>
              <a:t>稳定贡献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15468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氨纶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10万吨 · 全球第五 · 技改降本·价格回升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4747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</a:rPr>
              <a:t>周期底部修复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84048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涂覆隔膜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931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在建 · — · 2026规模化生产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1605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</a:rPr>
              <a:t>新能源期权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估值锚定·PB 1.72极度超卖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 1.72x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5年极低分位·净资产折价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656"/>
                </a:solidFill>
              </a:rPr>
              <a:t>20日跌幅 -25%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 w="19050">
            <a:solidFill>
              <a:srgbClr val="4D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A6FF"/>
                </a:solidFill>
              </a:rPr>
              <a:t>前瞻PE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E4E4E8"/>
                </a:solidFill>
              </a:rPr>
              <a:t>2026E: 95x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E4E4E8"/>
                </a:solidFill>
              </a:rPr>
              <a:t>2027E: 53x</a:t>
            </a:r>
            <a:endParaRPr lang="en-US" sz="14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E4E4E8"/>
                </a:solidFill>
              </a:rPr>
              <a:t>2028E: 40x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周期股底部看PB、顶部看PE。PB 1.72=硬安全边际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真正有参考意义的是PB而非PE——氨纶周期底部PE虚高是假象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三级情景·2026-2028E盈利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净利1.0亿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PE 118x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2028E 49x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帝人替代慢·氨纶弱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2801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4612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净利1.27亿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PE 95x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2028E 40x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替代稳步·氨纶温和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乐观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净利1.8亿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PE 68x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2028E 24x</a:t>
            </a:r>
            <a:endParaRPr lang="en-US" sz="12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8E8EA0"/>
                </a:solidFill>
              </a:rPr>
              <a:t>帝人全替代·隔膜放量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操作建议·三信号等加仓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当前评级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B+/A-观察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4447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从B+防御升至·芳纶AI+帝人替代+PB 1.72三重加持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持仓动作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持有不动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1762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现有仓位不割肉不加仓·等信号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加仓信号①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资金连续流入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90779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7/10首日5788万·需确认持续性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加仓信号②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PB 1.5-1.6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6393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PB触及极值后企稳·左侧买点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加仓信号③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芳纶大单公告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3708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光缆新增大客户订单落地·核心催化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6FF"/>
                </a:solidFill>
              </a:rPr>
              <a:t>关键判断：芳纶占比突破50%→估值体系从化工周期切换为新材料成长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泰和新材深度升级·2026-07-12</dc:creator>
  <cp:lastModifiedBy>泰和新材深度升级·2026-07-12</cp:lastModifiedBy>
  <cp:revision>1</cp:revision>
  <dcterms:created xsi:type="dcterms:W3CDTF">2026-07-12T08:33:01Z</dcterms:created>
  <dcterms:modified xsi:type="dcterms:W3CDTF">2026-07-12T08:33:01Z</dcterms:modified>
</cp:coreProperties>
</file>