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4E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自选清单全扫描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DA6FF"/>
                </a:solidFill>
              </a:rPr>
              <a:t>V4.0投研体系·27只标的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A040"/>
                </a:solidFill>
              </a:rPr>
              <a:t>五阶段定位+六大卡点+驱动力判断+仓位建议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8EA0"/>
                </a:solidFill>
              </a:rPr>
              <a:t>2026年7月11日 · Wind数据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全景概览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548640" cy="27432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554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468880" y="128016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1554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4E8"/>
                </a:solidFill>
              </a:rPr>
              <a:t>核心持仓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554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4E8"/>
                </a:solidFill>
              </a:rPr>
              <a:t>6/6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0" y="128016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554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4E8"/>
                </a:solidFill>
              </a:rPr>
              <a:t>卡点覆盖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3832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2468880" y="310896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33832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4E8"/>
                </a:solidFill>
              </a:rPr>
              <a:t>跟踪池候选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310896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3832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4E8"/>
                </a:solidFill>
              </a:rPr>
              <a:t>3→4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0" y="310896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33832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4E8"/>
                </a:solidFill>
              </a:rPr>
              <a:t>核心阶段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S级核心（4只）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548640" cy="27432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18872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 w="12700">
            <a:solidFill>
              <a:srgbClr val="F0A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汇绿生态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CPO代工 · 光通信黑马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EML紧缺到2028 · 3→4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14884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 w="12700">
            <a:solidFill>
              <a:srgbClr val="F0A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澜起科技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接口芯片 · 内存接口断层第一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2331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62%毛利断层 · 3→4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 w="12700">
            <a:solidFill>
              <a:srgbClr val="F0A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00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罗博特科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光通信设备 · ficonTEC双卡点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3291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台积电CoWoS唯一 · 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06908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 w="12700">
            <a:solidFill>
              <a:srgbClr val="F0A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60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三祥新材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锆铪材料 · 固态电池+封装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4251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500亿前不减仓 · 2→3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A级+利润仓+防御（8只）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548640" cy="27432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188720"/>
            <a:ext cx="8778240" cy="438912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618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软通动力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12618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AI应用 · +418%浮盈标杆 · 4 · 持有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691640"/>
            <a:ext cx="8778240" cy="438912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647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兴森科技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0" y="17647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ABF载板 · 国产替代唯一 · 3 · 利润仓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2194560"/>
            <a:ext cx="8778240" cy="438912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2677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星环科技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226771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数据平台 · 英伟达ISV认证 · 2→3 · 利润仓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2697480"/>
            <a:ext cx="8778240" cy="438912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7706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泰和新材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277063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芳纶化工 · 极度超卖观察 · 5 · B+防御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3200400"/>
            <a:ext cx="8778240" cy="438912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2735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华峰化学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327355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化工周期 · 组合对冲 · 5 · 防御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3703320"/>
            <a:ext cx="8778240" cy="438912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7764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太钢不锈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11680" y="37764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钢铁周期 · 组合减震 · 5 · 防御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" y="4206240"/>
            <a:ext cx="8778240" cy="438912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279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德展健康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11680" y="42793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医药防御 · 非主线 · 5 · 防御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" y="4709160"/>
            <a:ext cx="8778240" cy="438912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7823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欧林生物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011680" y="478231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创新药 · 金葡菌揭盲 · 1→2 · 迷你仓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跟踪池·优先级排序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548640" cy="27432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188720"/>
            <a:ext cx="8778240" cy="420624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61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中际旭创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20240" y="12618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光模块全球龙头 · PE 81.6x PE · 阶段4 · ★ 龙头标杆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664208"/>
            <a:ext cx="8778240" cy="420624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胜宏科技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1737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AI PCB全球#1 · PE 57.1x PE · 阶段3→4 · ★ 等回调建仓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2139696"/>
            <a:ext cx="8778240" cy="420624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212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锡业股份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22128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锡全球27%断层 · PE 25.7x PE · 阶段3→4 · ★ 等PB回调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2615184"/>
            <a:ext cx="8778240" cy="420624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88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巨化股份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20240" y="26883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氟化工/液冷 · PE — · 阶段3→4 · ★ AI基建受益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3090672"/>
            <a:ext cx="8778240" cy="420624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163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工业富联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316382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AI服务器ODM · PE — · 阶段4 · ▲ 空间收窄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3566160"/>
            <a:ext cx="8778240" cy="420624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6393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立讯精密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20240" y="36393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消费电子+AI · PE — · 阶段3→4 · ▲ 观察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" y="4041648"/>
            <a:ext cx="8778240" cy="420624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华丰科技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4114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电连接器 · PE — · 阶段3 · ▲ 卡位独特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" y="4517136"/>
            <a:ext cx="8778240" cy="420624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590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中远海能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920240" y="45902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VLCC全球#1 · PE 10x PE · 阶段4→5 · ◆ 警惕陷阱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阶段分布·驱动力结构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548640" cy="27432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18872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16213E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3→4 业绩驱动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0" y="1325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4E8"/>
                </a:solidFill>
              </a:rPr>
              <a:t>13只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汇绿/澜起等 | 主仓位集中于此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16213E"/>
          </a:solidFill>
          <a:ln w="12700">
            <a:solidFill>
              <a:srgbClr val="F0A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57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2→3 供应链形成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4E8"/>
                </a:solidFill>
              </a:rPr>
              <a:t>5只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3134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三祥/星环等 | 轻仓等拐点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16213E"/>
          </a:solidFill>
          <a:ln w="12700">
            <a:solidFill>
              <a:srgbClr val="FF56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34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6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4→5 成熟/周期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28803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4E8"/>
                </a:solidFill>
              </a:rPr>
              <a:t>2只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30906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中远海能等 | 警惕估值陷阱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52044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16213E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11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阶段5 防御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0" y="3657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4E8"/>
                </a:solidFill>
              </a:rPr>
              <a:t>6只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38679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泰和/太钢等 | 组合减震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29768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16213E"/>
          </a:solidFill>
          <a:ln w="12700">
            <a:solidFill>
              <a:srgbClr val="8E8E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389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8E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1→2 概念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0" y="4434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4E8"/>
                </a:solidFill>
              </a:rPr>
              <a:t>1只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4645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欧林 | 纯观察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六大卡点·覆盖全图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548640" cy="27432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188720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61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①先进封装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0" y="1261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罗博/兴森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490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2026-2028 · ★★★★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47088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②HBM·HBF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1920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澜起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2148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2026-2028 · ★★★★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505456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786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③接口与互连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25786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澜起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28072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贯穿 · ★★★★★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163824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3697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④存储原厂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26080" y="32369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兴森/胜宏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34655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2026-2027 · ★★★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822192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9534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⑤CPO/光通信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26080" y="38953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汇绿/罗博/中际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0" y="41239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2027-2028 · ★★★★★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480560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 w="12700">
            <a:solidFill>
              <a:srgbClr val="FF56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5537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⑥800V+高频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926080" y="45537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三祥/泰和/巨化(间接)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926080" y="47823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2027 · ★★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5656"/>
                </a:solidFill>
              </a:rPr>
              <a:t>⑥800V供电+高频材料是唯一覆盖最弱的卡点——未来跟踪池扩容重点方向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操作总结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548640" cy="27432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18872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16213E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持有不动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560320" y="12618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12只核心标的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15087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逻辑未破不减仓=S级纪律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16213E"/>
          </a:solidFill>
          <a:ln w="12700">
            <a:solidFill>
              <a:srgbClr val="F0A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加仓观察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60320" y="1993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汇绿/澜起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22402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周一恐慌低开3%+且美股企稳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65176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16213E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回调建仓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60320" y="27249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胜宏(200-220)/锡业(30-32)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29718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等PB回调+CSP四连击验证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38328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16213E"/>
          </a:solidFill>
          <a:ln w="12700">
            <a:solidFill>
              <a:srgbClr val="8E8E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74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8E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不追/观望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560320" y="34564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中际/工业富联/炬芯等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37033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PE偏高或β已覆盖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11480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16213E"/>
          </a:solidFill>
          <a:ln w="12700">
            <a:solidFill>
              <a:srgbClr val="FF56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206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6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警惕减仓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560320" y="4187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中远海能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60320" y="44348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海峡恢复通航后减仓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核心纪律：持仓不增不减·等CSP四连击双线确认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V4.0投研体系·自选清单扫描</dc:creator>
  <cp:lastModifiedBy>V4.0投研体系·自选清单扫描</cp:lastModifiedBy>
  <cp:revision>1</cp:revision>
  <dcterms:created xsi:type="dcterms:W3CDTF">2026-07-11T09:28:47Z</dcterms:created>
  <dcterms:modified xsi:type="dcterms:W3CDTF">2026-07-11T09:28:47Z</dcterms:modified>
</cp:coreProperties>
</file>