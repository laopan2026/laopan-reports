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星环科技 688031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A6FF"/>
                </a:solidFill>
              </a:rPr>
              <a:t>AI Infra 赛道的稀缺标的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综合评分 7.20/10 · 五阶段 2→3 · 持仓定位：利润仓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A0"/>
                </a:solidFill>
              </a:rPr>
              <a:t>15条基本面框架 × H2 V2.0融合版 × 2026年7月最新催化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2026年7月11日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3429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4E4E8"/>
                </a:solidFill>
              </a:rPr>
              <a:t>国内数据库厂商唯一获英伟达官网正式收录认证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4E4E8"/>
                </a:solidFill>
              </a:rPr>
              <a:t>金融核心系统国产替代（中信证券ArgoDB单一来源）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4E4E8"/>
                </a:solidFill>
              </a:rPr>
              <a:t>GPU-Native数据库国内空白赛道独跑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A040"/>
                </a:solidFill>
              </a:rPr>
              <a:t>当前130亿市值仅反映国产数据库价值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A040"/>
                </a:solidFill>
              </a:rPr>
              <a:t>市场对GPU数据库+Rubin催化的定价几乎为零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</a:rPr>
              <a:t>持仓建议：利润仓持有不动。理想加仓区间 85-95元（PS约20x）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五大催化事件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英伟达Rubin生态认证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4813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全球5家核心ISV · 国内数据库唯一 · Rubin出货=免费获客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中信证券ArgoDB单一来源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金融核心客户粘性最强背书 · 灾备→主库可预期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林芝利创减持完毕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761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腾讯系减持1%执行完毕 · 确定性利空出尽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H股发行获证监会备案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401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港股上市推进中 · 双币融资通道打开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AI数据库攻坚计划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40416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7/9可信数据库大会 · 行业β加速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五大产品矩阵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undefined  |  undefined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0160">
            <a:solidFill>
              <a:srgbClr val="FF5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39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undefined  |  undefined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undefined  |  undefined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93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undefined  |  undefined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undefined  |  undefined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营收结构（2025年报）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总营收 4.48亿（+20.47%）| 软件业务毛利率 63.32% | 标品授权同比 +45.67%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</a:rPr>
              <a:t>软件产品与技术服务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040"/>
                </a:solidFill>
              </a:rPr>
              <a:t>3.62亿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80.9%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68C"/>
                </a:solidFill>
              </a:rPr>
              <a:t>63.3%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656"/>
                </a:solidFill>
              </a:rPr>
              <a:t>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</a:rPr>
              <a:t>└ 软件产品授权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040"/>
                </a:solidFill>
              </a:rPr>
              <a:t>2.12亿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47.3%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68C"/>
                </a:solidFill>
              </a:rPr>
              <a:t>56.4%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656"/>
                </a:solidFill>
              </a:rPr>
              <a:t>+45.7%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</a:rPr>
              <a:t>解决方案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040"/>
                </a:solidFill>
              </a:rPr>
              <a:t>0.70亿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15.5%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68C"/>
                </a:solidFill>
              </a:rPr>
              <a:t>13.8%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656"/>
                </a:solidFill>
              </a:rPr>
              <a:t>↓拖累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</a:rPr>
              <a:t>客户：金融40% · 政府28% · 能源15%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656"/>
                </a:solidFill>
              </a:rPr>
              <a:t>复购率89%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六维护城河评估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英伟达生态卡位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261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⭐⭐⭐⭐⭐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国内数据库厂商唯一获英伟达认证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金融核心系统替代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中信证券单一来源 · 粘性极高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GPU-Native数据库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542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TPC-DS 26x提升 · 国内独跑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客户粘性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182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复购率89.23% · 1800+客户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大数据平台市占率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IDC独立厂商第1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自研代码率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462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⭐⭐⭐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ArgoDB自研90%+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财务健康度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</a:rPr>
              <a:t>营收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4.48亿(+20.5%)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2025A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0.81亿(+26.2%)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2026Q1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</a:rPr>
              <a:t>净利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-2.45亿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亏损收窄28.6%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-0.56亿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Q1同比改善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</a:rPr>
              <a:t>毛利率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~52%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软件63.3%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40.45%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Q1季节性低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</a:rPr>
              <a:t>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27.7x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偏高(亏损公司)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~22x(5.5亿)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2026E改善中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</a:rPr>
              <a:t>现金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373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总资产10.84亿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3736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无有息负债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烧3-4年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可支撑到扭亏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40"/>
                </a:solidFill>
              </a:rPr>
              <a:t>🟡 财务不健康但能熬。亏损收窄趋势明确，账上资金可支撑3-4年。最大风险是应收账款回收。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三级情景估值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2A18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乐观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英伟达生态放量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2028E营收12亿+净利1.5亿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68C"/>
                </a:solidFill>
              </a:rPr>
              <a:t>PS 50x → 750亿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股价约620元 (+474%)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1A1A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GPU数据库起步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2028E营收9.5亿+净利0.6亿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40"/>
                </a:solidFill>
              </a:rPr>
              <a:t>PS 40x → 380亿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股价约314元 (+190%)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2A1A1A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纯国产数据库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2028E营收8亿+净利0.3亿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656"/>
                </a:solidFill>
              </a:rPr>
              <a:t>PS 30x → 240亿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股价约198元 (+83%)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40"/>
                </a:solidFill>
              </a:rPr>
              <a:t>当前130亿市值处于保守估值以下 · 市场对GPU数据库+Rubin定价几乎为零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行业定位与竞争格局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040"/>
                </a:solidFill>
              </a:rPr>
              <a:t>国产数据库行业阶段：加速替代期 → 格局分化期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第一梯队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达梦数据 · OceanBase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084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已盈利/大规模部署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4D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243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第二梯队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星环科技 · 人大金仓 · TiDB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AI+大数据维度最强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01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平台厂商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华为GaussDB · 阿里PolarDB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最大结构性威胁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星环差异化：大数据+AI+GPU 三位一体 · 不与达梦硬拼 · 不与云厂商争全栈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15条框架综合评分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行业空间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0" y="128016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128016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DA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9/10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竞争壁垒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87452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成长性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26080" y="246888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24688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F0A0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财务健康度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26080" y="306324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30632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F565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4/10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估值合理性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365760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3657600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F0A04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6/10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催化剂密度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26080" y="425196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0" y="425196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8/10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综合得分：7.20 / 10 · 中等偏上 · 有赔率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3年目标（至2028年中）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情景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营收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净利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市值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股价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</a:rPr>
              <a:t>涨幅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8亿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0.3亿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240亿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198元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+94%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9.5亿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0.6亿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380亿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314元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+190%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乐观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12亿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0896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1.5亿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750亿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620元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8"/>
                </a:solidFill>
              </a:rPr>
              <a:t>+506%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扭亏路径：营收突破7亿+三费控制在5亿以内=盈亏平衡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持仓操作建议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当前动作：持有不动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利润仓（成本 -44.48元）= 零成本持仓 · 无止损压力 · 安心等催化兑现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理想买点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85-95元（PS约20x）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当前价位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108元（不宜追高）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止损参考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跌破80元（英伟达合作变故）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仓位上限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组合5-8% · 分2-3次建仓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三大加仓信号：① 中信主库切换公告 ② GPU数据库规模化订单 ③ 单季亏损&lt;3000万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5656"/>
                </a:solidFill>
              </a:rPr>
              <a:t>最大风险：持续的亏损消耗市场耐心。GPU数据库若2027年底未形成规模收入，估值可能从PS 30x+杀至15-20x。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老潘投资研究</dc:creator>
  <cp:lastModifiedBy>老潘投资研究</cp:lastModifiedBy>
  <cp:revision>1</cp:revision>
  <dcterms:created xsi:type="dcterms:W3CDTF">2026-07-11T02:54:47Z</dcterms:created>
  <dcterms:modified xsi:type="dcterms:W3CDTF">2026-07-11T02:54:47Z</dcterms:modified>
</cp:coreProperties>
</file>