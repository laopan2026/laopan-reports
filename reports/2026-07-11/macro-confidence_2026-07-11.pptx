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为什么现在</a:t>
            </a:r>
            <a:endParaRPr lang="en-US" sz="38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8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不该放弃AI赛道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040"/>
                </a:solidFill>
              </a:rPr>
              <a:t>宏观信心报告 · 英伟达投资者纪要 + 市场波动框架分析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8EA0"/>
                </a:solidFill>
              </a:rPr>
              <a:t>2026年7月11日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754880"/>
          </a:xfrm>
          <a:prstGeom prst="roundRect">
            <a:avLst>
              <a:gd name="adj" fmla="val 2885"/>
            </a:avLst>
          </a:prstGeom>
          <a:solidFill>
            <a:srgbClr val="16213E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4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AI不是一次普通的科技浪潮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4DA6FF"/>
                </a:solidFill>
              </a:rPr>
              <a:t>它是全球最大经济体为39万亿美元债务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4DA6FF"/>
                </a:solidFill>
              </a:rPr>
              <a:t>寻找的唯一可持续答案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0A040"/>
                </a:solidFill>
              </a:rPr>
              <a:t>英伟达单季营收突破1000亿美元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0A040"/>
                </a:solidFill>
              </a:rPr>
              <a:t>内存紧缺将持续"数年"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0A040"/>
                </a:solidFill>
              </a:rPr>
              <a:t>Rubin架构驱动未来12个月业绩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这个泡沫不能破——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因为破了不是股市的问题，是美元信用的问题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英伟达投资者会议核心数据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单季营收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8"/>
                </a:solidFill>
              </a:rPr>
              <a:t>1000亿美元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536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全球硬件公司前所未有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Rubin周期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8"/>
                </a:solidFill>
              </a:rPr>
              <a:t>12个月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2313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不是6个月，是全年业绩驱动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内存紧缺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8"/>
                </a:solidFill>
              </a:rPr>
              <a:t>数年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30906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供给侧产能天花板锁死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Rubin Ultra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8"/>
                </a:solidFill>
              </a:rPr>
              <a:t>2028年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38679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延长了供应链景气窗口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89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4E4E8"/>
                </a:solidFill>
              </a:rPr>
              <a:t>800V+纵向光学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00400" y="4645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</a:rPr>
              <a:t>已在路上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波动不是风险·是被设计的护盘机制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84048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"高频振动防共振"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4E4E8"/>
                </a:solidFill>
              </a:rPr>
              <a:t>在一个所有人都看多的市场里，任何风吹草动都会引发踩踏。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4E4E8"/>
                </a:solidFill>
              </a:rPr>
              <a:t>最高明的手段不是拉盘，而是持续制造可控的分歧——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E4E4E8"/>
                </a:solidFill>
              </a:rPr>
              <a:t>让有人看多、有人看空、有人观望，互相制衡。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这就解释了为什么：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· 业绩暴增的股票反而下跌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· 毫无利空却暴跌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· 深坑总被快速接住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最危险的策略：在振动中频繁交易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AI的真正锚点：美元信用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美国的根本问题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39万亿美元国债，传统经济增长无法覆盖利息支出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AI可能是唯一能创造"足够大的新增生产力"来支撑美元信用的资产类别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D6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所以不存在"中途退出"选项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CSP（谷歌/微软/亚马逊/Meta）的资本开支不会下修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因为下修不是企业行为，是系统性风险的触发器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E8EA0"/>
                </a:solidFill>
              </a:rPr>
              <a:t>AI基础设施建设将持续推进至少3-5年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时间线：现在到2028年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2026下半年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031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Rubin量产 · CSP四连击验证Capex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光通信/内存/封装产业链订单爆发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6213E"/>
          </a:solidFill>
          <a:ln w="12700">
            <a:solidFill>
              <a:srgbClr val="F0A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0" y="21031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Rubin全面放量 · 800V+纵向光学量产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内存数年紧缺持续兑现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65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10312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Rubin Ultra第二轮爆发</a:t>
            </a:r>
            <a:endParaRPr lang="en-US" sz="13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Kyber机架新形态落地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6FF"/>
                </a:solidFill>
              </a:rPr>
              <a:t>2026年的波动最难熬——但撑过去的人将在2027收获戴维斯双击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三原则：在地震中不受伤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640080" cy="36576"/>
          </a:xfrm>
          <a:prstGeom prst="rect">
            <a:avLst/>
          </a:prstGeom>
          <a:solidFill>
            <a:srgbClr val="4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6213E"/>
          </a:solidFill>
          <a:ln w="12700">
            <a:solidFill>
              <a:srgbClr val="3DD6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不在波动中割肉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AI产业趋势未变。每一次恐慌卖出都在支付振动摩擦成本。逻辑不破，仓位不动。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6213E"/>
          </a:solidFill>
          <a:ln w="12700">
            <a:solidFill>
              <a:srgbClr val="FF5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🚫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2900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绝不加杠杆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振动机制的最爱就是杠杆资金。不加杠杆，你就永远有资格等到天亮。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3657600"/>
          </a:xfrm>
          <a:prstGeom prst="roundRect">
            <a:avLst>
              <a:gd name="adj" fmla="val 4138"/>
            </a:avLst>
          </a:prstGeom>
          <a:solidFill>
            <a:srgbClr val="16213E"/>
          </a:solidFill>
          <a:ln w="12700">
            <a:solidFill>
              <a:srgbClr val="4D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⏳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利用时间·不对抗波动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55080" y="26517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E8EA0"/>
                </a:solidFill>
              </a:rPr>
              <a:t>英伟达说Rubin周期至少12个月。你的时间站在你这边。不要在波段中低买高卖。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4754880"/>
          </a:xfrm>
          <a:prstGeom prst="roundRect">
            <a:avLst>
              <a:gd name="adj" fmla="val 2885"/>
            </a:avLst>
          </a:prstGeom>
          <a:solidFill>
            <a:srgbClr val="16213E"/>
          </a:solidFill>
          <a:ln w="25400">
            <a:solidFill>
              <a:srgbClr val="4D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0A040"/>
                </a:solidFill>
              </a:rPr>
              <a:t>英伟达单季1000亿美元是物理事实，不是故事</a:t>
            </a: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0A040"/>
                </a:solidFill>
              </a:rPr>
              <a:t>内存紧缺持续"数年"是供给侧锁死，不是猜测</a:t>
            </a:r>
            <a:endParaRPr lang="en-US" sz="15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0A040"/>
                </a:solidFill>
              </a:rPr>
              <a:t>AI承载着39万亿债务的还款希望，是国家意志，不是投机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没有中途退出选项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4E4E8"/>
                </a:solidFill>
              </a:rPr>
              <a:t>不是因为不能退出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4E4E8"/>
                </a:solidFill>
              </a:rPr>
              <a:t>而是因为这列火车的下一站是2027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4E4E8"/>
                </a:solidFill>
              </a:rPr>
              <a:t>在2026年7月下车的人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E4E4E8"/>
                </a:solidFill>
              </a:rPr>
              <a:t>回头看时会发现自己在半山腰扔掉了门票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AI宏观信心报告</dc:creator>
  <cp:lastModifiedBy>AI宏观信心报告</cp:lastModifiedBy>
  <cp:revision>1</cp:revision>
  <dcterms:created xsi:type="dcterms:W3CDTF">2026-07-11T08:28:18Z</dcterms:created>
  <dcterms:modified xsi:type="dcterms:W3CDTF">2026-07-11T08:28:18Z</dcterms:modified>
</cp:coreProperties>
</file>