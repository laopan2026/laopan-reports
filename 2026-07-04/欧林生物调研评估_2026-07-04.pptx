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欧林生物（688319）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金葡菌疫苗揭盲延迟 · 走还是留？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74320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2026-07-04 | 巴蒂独立分析 | 数据来源：NeoData / 公司公告 / 券商研报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0A8CC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跟踪池评估 · 仅供研究参考，不构成投资建议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一句话结论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保留在跟踪池  ·  不建仓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金葡菌疫苗Q3揭盲是全球首创binary事件，延迟不等于失败。但当前252倍PE + 揭盲结果不确定 = 仅观察，不持仓。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162D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2468880" cy="4572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Q3揭盲仍是核心催化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H股招股书确认Q3窗口，流程性延迟不等于数据问题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162D4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377440"/>
            <a:ext cx="246888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H股IPO二次递表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6/30重新递表，新增幽门螺杆菌口服剂型，估值有支撑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162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2377440"/>
            <a:ext cx="246888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7/3强势反弹+9.54%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7/1暴跌后两天回血，市场在重新定价"延迟不等于失败"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0F223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86200"/>
            <a:ext cx="54864" cy="822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操作指引：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揭盲成功-&gt;考虑建试仓3-5%  |  揭盲失败-&gt;立即移除  |  Q3结束仍未揭盲-&gt;移除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核心催化时间线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923544"/>
            <a:ext cx="146304" cy="14630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097280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868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868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金葡菌疫苗完成6000+受试者III期入组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399032"/>
            <a:ext cx="146304" cy="14630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572768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344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3441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首次递交港股H股上市申请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" y="2048256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819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2026.Q1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196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营收1.58亿(+80%), 扭亏为盈净利2719万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" y="2523744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2951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2026.06.30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2951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deadline到期,未揭盲；同日重新递交H股招股书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2825496"/>
            <a:ext cx="146304" cy="146304"/>
          </a:xfrm>
          <a:prstGeom prst="ellipse">
            <a:avLst/>
          </a:prstGeom>
          <a:solidFill>
            <a:srgbClr val="E15241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" y="2999232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770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52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2770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暴跌-12.23%, 成交11.34亿天量换手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3300984"/>
            <a:ext cx="146304" cy="146304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" y="3474720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3246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强势反弹+9.54%, 收盘42.72元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776472"/>
            <a:ext cx="146304" cy="146304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" y="3950208"/>
            <a:ext cx="0" cy="256032"/>
          </a:xfrm>
          <a:prstGeom prst="line">
            <a:avLst/>
          </a:prstGeom>
          <a:noFill/>
          <a:ln w="15240">
            <a:solidFill>
              <a:srgbClr val="1E3A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721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2026.Q3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7216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金葡菌疫苗III期揭盲(预计)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4251960"/>
            <a:ext cx="146304" cy="14630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197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41970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提交NDA上市申请(预计)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基本面速览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941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2025营收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7.04亿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+19.6%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868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7" name="Text 5"/>
          <p:cNvSpPr/>
          <p:nvPr/>
        </p:nvSpPr>
        <p:spPr>
          <a:xfrm>
            <a:off x="3355848" y="941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2025净利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2226万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+7.24%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868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9" name="Text 7"/>
          <p:cNvSpPr/>
          <p:nvPr/>
        </p:nvSpPr>
        <p:spPr>
          <a:xfrm>
            <a:off x="6236208" y="941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1.58亿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+80.37%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084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Q1净利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2719万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扭亏为盈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2084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92.96%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疫苗特征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6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0848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估值PE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~252x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高风险定价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2025营收结构：破伤风疫苗=现金牛(87%)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破伤风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3685032"/>
            <a:ext cx="6375197" cy="164592"/>
          </a:xfrm>
          <a:prstGeom prst="rect">
            <a:avLst>
              <a:gd name="adj" fmla="val 16667"/>
            </a:avLst>
          </a:prstGeom>
          <a:solidFill>
            <a:srgbClr val="00A8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95437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AC脑膜炎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959352"/>
            <a:ext cx="678851" cy="164592"/>
          </a:xfrm>
          <a:prstGeom prst="rect">
            <a:avLst>
              <a:gd name="adj" fmla="val 16667"/>
            </a:avLst>
          </a:prstGeom>
          <a:solidFill>
            <a:srgbClr val="26A69A"/>
          </a:solidFill>
          <a:ln/>
        </p:spPr>
      </p:sp>
      <p:sp>
        <p:nvSpPr>
          <p:cNvPr id="22" name="Text 20"/>
          <p:cNvSpPr/>
          <p:nvPr/>
        </p:nvSpPr>
        <p:spPr>
          <a:xfrm>
            <a:off x="2599091" y="3931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4233672"/>
            <a:ext cx="194584" cy="164592"/>
          </a:xfrm>
          <a:prstGeom prst="rect">
            <a:avLst>
              <a:gd name="adj" fmla="val 16667"/>
            </a:avLst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2114824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4507992"/>
            <a:ext cx="66568" cy="164592"/>
          </a:xfrm>
          <a:prstGeom prst="rect">
            <a:avLst>
              <a:gd name="adj" fmla="val 41209"/>
            </a:avLst>
          </a:prstGeom>
          <a:solidFill>
            <a:srgbClr val="7B93A8"/>
          </a:solidFill>
          <a:ln/>
        </p:spPr>
      </p:sp>
      <p:sp>
        <p:nvSpPr>
          <p:cNvPr id="28" name="Text 26"/>
          <p:cNvSpPr/>
          <p:nvPr/>
        </p:nvSpPr>
        <p:spPr>
          <a:xfrm>
            <a:off x="1986808" y="4480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多空综合评估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0F221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A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多方理由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3657600" cy="0"/>
          </a:xfrm>
          <a:prstGeom prst="line">
            <a:avLst/>
          </a:prstGeom>
          <a:noFill/>
          <a:ln w="1905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全球首创独占性：金葡菌疫苗无竞品，辉瑞/GSK均落后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破伤风疫苗安全垫：6.14亿收入，93%毛利率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Q1业绩超预期：营收+80%，净利扭亏为盈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H股IPO二次递表：国际机构路演持续释放信息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7/3反弹+9.54%：11亿天量换手后主力仍在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1A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152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空方理由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353312"/>
            <a:ext cx="3657600" cy="0"/>
          </a:xfrm>
          <a:prstGeom prst="line">
            <a:avLst/>
          </a:prstGeom>
          <a:noFill/>
          <a:ln w="19050">
            <a:solidFill>
              <a:srgbClr val="E15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252x PE赌不确定事件：失败则50-70%回撤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延迟削弱信心：-12.23%已是市场的投票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销售费用率54%过高：利润被渠道大量吞噬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单一产品依赖：破伤风=87%营收，弹性脆弱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H股IPO可能压低A股：港股biotech估值保守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情景概率推演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62D4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82296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揭盲成功 — 数据优异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First-in-class确定性落地，机构大幅上调目标价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960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55-75元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62D4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" cy="82296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揭盲成功 — 数据一般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通过但预期过高导致冲高回落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45-52元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62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788920"/>
            <a:ext cx="54864" cy="822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再次延期至Q4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公司信誉受损，市场解读为数据有问题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28-35元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62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749040"/>
            <a:ext cx="54864" cy="822960"/>
          </a:xfrm>
          <a:prstGeom prst="rect">
            <a:avLst/>
          </a:prstGeom>
          <a:solidFill>
            <a:srgbClr val="E1524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2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揭盲失败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133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核心管线归零，回到破伤风单独估值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52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15-22元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决策框架：保留在跟踪池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794760" cy="2011680"/>
          </a:xfrm>
          <a:prstGeom prst="roundRect">
            <a:avLst>
              <a:gd name="adj" fmla="val 2727"/>
            </a:avLst>
          </a:prstGeom>
          <a:solidFill>
            <a:srgbClr val="0F221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3794760" cy="4572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A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保留条件（默认）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Q3揭盲全球首创binary事件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H股IPO持续释放催化剂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持有成本=0，纯观察不持仓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7/3反弹验证延迟不等于失败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3794760" cy="2011680"/>
          </a:xfrm>
          <a:prstGeom prst="roundRect">
            <a:avLst>
              <a:gd name="adj" fmla="val 2727"/>
            </a:avLst>
          </a:prstGeom>
          <a:solidFill>
            <a:srgbClr val="1A0F0F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868680"/>
            <a:ext cx="3794760" cy="45720"/>
          </a:xfrm>
          <a:prstGeom prst="rect">
            <a:avLst/>
          </a:prstGeom>
          <a:solidFill>
            <a:srgbClr val="E1524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52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移除条件（任一触发）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揭盲数据明确失败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Q3结束(9/30)仍未揭盲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破伤风疫苗重大政策风险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公司出现诚信/合规问题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0F223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54680"/>
            <a:ext cx="54864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54680"/>
            <a:ext cx="7635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
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跟踪池的意义就是低成本蹲催化。欧林Q3揭盲是2026年最值得蹲的生物医药事件之一——不需要真金白银持仓，只需要保持关注。
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 -&gt; 建试仓3-5%  |  失败/延期 -&gt; 果断移除  |  在此之前：只见不碰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免责声明：本报告仅代表巴蒂(AI助手)基于公开信息的个人分析，不构成任何投资指令。投资有风险，决策需谨慎。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欧林生物 688319 调研评估</dc:title>
  <dc:subject>PptxGenJS Presentation</dc:subject>
  <dc:creator>WorkBuddy</dc:creator>
  <cp:lastModifiedBy>WorkBuddy</cp:lastModifiedBy>
  <cp:revision>1</cp:revision>
  <dcterms:created xsi:type="dcterms:W3CDTF">2026-07-04T02:26:22Z</dcterms:created>
  <dcterms:modified xsi:type="dcterms:W3CDTF">2026-07-04T02:26:22Z</dcterms:modified>
</cp:coreProperties>
</file>